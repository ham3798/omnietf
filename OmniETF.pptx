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이 발표의 핵심은 "브릿지를 써봤다"가 아닙니다.
핵심 질문은 "여러 체인에 분산된 자산 상태가 하나의 금융 객체처럼 동작할 수 있는가"입니다.
저희는 멀티체인 reserve를 하나의 OmniETF share로 발행, 보유, 환급하는 구조를 PoC로 검증하려고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프로젝트는 토큰화 인덱스 펀드의 온체인화라는 문제의식에서 출발했습니다.
여러 체인에 흩어진 자산을 사용자가 직접 관리하고 인덱싱하는 것은 번거롭고 비용도 큽니다.
저희가 던진 질문은 "사용자가 메인 체인에서 버튼 하나만 눌러서 여러 체인의 자산 가치를 하나의 토큰으로 묶을 수 있는가"입니다.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단일 체인 DeFi는 이미 "여러 underlying position을 하나의 토큰으로 들고 싶다"는 수요를 보여줬습니다.
Index Coop, Set Protocol, Balancer pool token, Enzyme vault 같은 사례가 모두 같은 방향입니다.
하지만 이들은 기본적으로 하나의 accounting domain 안에서 작동합니다.
저희 문제는 accounting domain 자체가 여러 체인으로 흩어졌을 때도 하나의 share가 성립하는지입니다.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사용자는 여러 체인의 reserve를 직접 보지 않습니다.
사용자는 OmniETF 같은 하나의 share를 보유하고, 프로토콜이 뒤에서 reserve 상태, 교환비, 발행량을 관리합니다.
즉 사용자 관점의 목표는 "멀티체인 포트폴리오를 하나의 토큰처럼 보유하는 경험"입니다.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여러 체인의 잔액을 보여주는 것만으로는 OmniETF share가 만들어지지 않습니다.
share를 발행하고 소각하려면 어떤 reserve를 얼마만큼 반영했는지, 교환비가 무엇인지, 총 공급량과 NAV가 어떻게 결정되는지가 검증 가능해야 합니다.
그래서 이 문제는 블록체인 기반 로직과 잘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이 프로젝트는 "자산을 옮기는 브릿지"를 만드는 것이 아닙니다.
여러 체인의 reserve 상태를 하나의 share value로 묶는 accounting layer를 검증하는 것입니다.
그 과정은 공개된 규칙, 상태 추적, 발행 및 소각 조건이 필요하기 때문에 온체인 로직이 설득력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현재 구현은 CCTP를 실제 settlement rail로 사용합니다.
CCIP는 arbitrary messaging이 필요한 다음 단계의 control plane 후보로 남깁니다.
중요한 것은 어떤 브릿지 하나가 아니라 cross-chain execution 결과가 Base의 canonical share value에 안전하게 반영되는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회의에서 ERC-4626 이야기가 나왔지만, 이 프로젝트를 단순 4626 구현이라고 말하면 약합니다.
4626은 단일 underlying ERC-20 기반 vault 표준입니다.
우리는 그보다 cross-chain basket-share issuance에 가까운 문제를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딥리서치 결과상 이 표준들 중 cross-chain basket-share issuance를 직접 정의하는 완성된 표준은 찾기 어렵습니다.
그래서 가장 정확한 표현은 "ERC-4626의 share semantics를 ERC-7540 async lifecycle과 ERC-7621 basket semantics로 확장한 cross-chain reserve accounting PoC"입니다.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심사자나 청중이 "그냥 브릿지 아닌가요?"라고 생각할 수 있습니다.
그래서 차별점은 일찍, 강하게 말해야 합니다.
저희의 기여는 token transfer가 아니라 cross-chain 상태를 하나의 canonical share value로 수렴시키는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PoC 단계에서는 share token 자체를 여러 체인에 풀어놓기보다, manager chain에 canonical share를 두는 것이 가장 방어적인 설계입니다.
복잡도를 줄이면서도 핵심 invariant를 검증할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Manager contract는 총 공급량, 목표 비중, 가치 평가 snapshot, mint/burn 결정을 담당합니다.
Solana 쪽은 local reserve ledger와 SPL token account를 가지고, reporter가 실행 결과 snapshot을 Base에 반영합니다.
valuation은 reserve balances와 외부 price input을 이용해 하나의 accounting unit으로 정규화합니다.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입금은 즉시 mint하지 않습니다.
cross-chain execution 전에는 CCTP fee, execution result, slippage를 알 수 없기 때문입니다.
따라서 ERC-7540의 async request model처럼 request와 finalize를 분리합니다.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이 프로젝트의 본질은 이 invariant를 검증하는 것입니다.
메시지를 보낼 수 있는지보다 중요한 질문은 "분산된 reserve가 하나의 금융 객체처럼 회계 처리될 수 있는가"입니다.
이 invariant가 성립해야 사용자는 하나의 redeemable claim을 가진다고 말할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규제형 ETF를 만드는 것이 아닙니다.
또한 처음부터 완전한 rebalancing engine을 만드는 것도 아닙니다.
핵심은 cross-chain reserve가 하나의 share value로 수렴하는지 보여주는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회의록의 예시처럼 "ETH 5, BTC 1이 교환비에 따라 1 OmniETF가 된다"는 아이디어를 더 시스템적으로 표현하면 fixed weight basket과 canonical share value입니다.
현재 데모는 USDC settlement와 Solana SPL reserve custody까지 온체인으로 보여주고, issuer-backed xStock swap은 다음 단계로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현재 PoC는 CCTP와 Solana SPL custody, 그리고 Base async vault를 연결하는 방향입니다.
표준 파트는 ERC-4626 수식을 그대로 가져오되, 실행 타이밍 문제 때문에 ERC-7540식 request/finalize lifecycle을 채택합니다.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심사자들이 물을 가능성이 높은 지점은 "메시지가 가나요?"보다 "이 share value가 정말 믿을 수 있나요?"입니다.
그래서 valuation, oracle, 초기 가격 조작, message failure, token selection 문제를 미리 인정하고 범위를 제한해야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ERC-7621과 ERC-4626 관련 문서 모두 초기 가격 조작, donated asset, preview function misuse 같은 문제를 경고합니다.
그래서 PoC에서는 단순 자산 allowlist, 내부 회계, 외부 price input, 제한된 rebalance로 범위를 좁히는 것이 설득력 있습니다.
CCTP settlement tx, Solana token account, reporter authority 검증을 기본 전제로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이 문장이 결론의 핵심입니다.
저희 프로젝트는 브릿지 성능 비교가 아니라, cross-chain reserve accounting과 share issuance가 결합될 수 있는지를 검증하는 실험입니다.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발표의 마지막 파트에서는 결과물을 명확하게 말합니다.
사용자는 Base에서 예치하고, CCTP settlement와 Solana execution snapshot이 반영된 뒤 하나의 OmniETF share를 받으며, 환급 요청도 비동기 상태 머신으로 처리됩니다.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마무리는 간단하게 가져가면 됩니다.
저희는 CCTP settlement와 reporter finalization을 활용해 멀티체인 reserve 상태를 하나의 share value로 수렴시키고,
그 결과를 바탕으로 발행과 환급이 가능한 OmniETF share 구조를 검증합니다.
즉 "멀티체인 자산을 하나의 투자 객체로 추상화할 수 있는가"에 대한 PoC입니다.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노트:
예상 질문:
1. 왜 ERC-4626이 아닌가?
답: 4626은 단일 underlying ERC-20 vault라서 share semantics의 참고점일 뿐입니다. 저희 문제는 cross-chain basket accounting입니다.
2. 왜 CCTP인가?
답: 이번 PoC의 실제 자본 이동은 USDC settlement가 핵심이므로 Circle CCTP가 가장 직접적인 rail입니다. CCIP는 다음 단계의 arbitrary messaging control plane 후보입니다.
3. 초기 PoC 범위는?
답: state aggregation, share value 계산, mint/burn, async redeem lifecycle 검증입니다.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OmniETF - CCTP 기반 멀티체인 인덱스 ETF</dc:title>
  <dc:subject>PptxGenJS Presentation</dc:subject>
  <dc:creator/>
  <cp:lastModifiedBy/>
  <cp:revision>1</cp:revision>
  <dcterms:created xsi:type="dcterms:W3CDTF">2026-05-23T23:18:49Z</dcterms:created>
  <dcterms:modified xsi:type="dcterms:W3CDTF">2026-05-23T23:18:49Z</dcterms:modified>
</cp:coreProperties>
</file>