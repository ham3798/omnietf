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표준이 아니라 프로토콜 아이디어로 시작합니다.
법적 ETF가 아니라 ETF-like basket share accounting protocol입니다.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참고 자료처럼 단순하고 명확한 목차로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ERC 표준 이야기를 하지 않습니다.
사용자 문제와 시스템 구조만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외부 리서치의 chain abstraction / unified balance framing을 발표용으로 단순화합니다.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Protocol Diagram은 참고 자료의 PawnDAO 구조도 역할입니다.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 요청 반영: "4626은 출발점..." 같은 표현을 빼고, 표준은 도구일 뿐이라고 명확히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 질문:
1. ERC 표준이 핵심인가?
답: 아닙니다. ERC 표준은 구현 도구이고 핵심은 cross-chain reserve accounting lifecycle입니다.
2. mock xStock이면 의미가 있나?
답: issuer-backed 주식 거래가 아니라 cross-chain reserve accounting lifecycle이 핵심입니다.
3. CCIP가 더 안전한가?
답: trustless라고 말하지 않습니다. shared-security/governance assumption이 있는 control rail입니다.
4. 실제 돈은 움직였나?
답: CCTP로 devnet USDC settlement, CCIP로 CCIP-BnM round trip을 검증했습니다.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OmniETF - Cross-chain Basket Share Accounting Protocol</dc:title>
  <dc:subject>PptxGenJS Presentation</dc:subject>
  <dc:creator/>
  <cp:lastModifiedBy/>
  <cp:revision>1</cp:revision>
  <dcterms:created xsi:type="dcterms:W3CDTF">2026-06-06T16:21:54Z</dcterms:created>
  <dcterms:modified xsi:type="dcterms:W3CDTF">2026-06-06T16:21:54Z</dcterms:modified>
</cp:coreProperties>
</file>